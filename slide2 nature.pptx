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AAD7D47-37D6-410A-A1E6-0AD5EAADE214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快 栗原" userId="0fecea6f10f73e3c" providerId="LiveId" clId="{96AB04A1-A58D-4AA0-AD4F-A4F3C7479496}"/>
    <pc:docChg chg="addSection">
      <pc:chgData name="快 栗原" userId="0fecea6f10f73e3c" providerId="LiveId" clId="{96AB04A1-A58D-4AA0-AD4F-A4F3C7479496}" dt="2026-06-09T12:53:07.420" v="0" actId="1123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283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23317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88720"/>
            <a:ext cx="9144000" cy="1143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2788920"/>
            <a:ext cx="9144000" cy="23545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2331720"/>
            <a:ext cx="9144000" cy="457200"/>
          </a:xfrm>
          <a:prstGeom prst="rect">
            <a:avLst/>
          </a:prstGeom>
          <a:solidFill>
            <a:srgbClr val="0A0E15"/>
          </a:solidFill>
          <a:ln w="12700">
            <a:solidFill>
              <a:srgbClr val="0A0E15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0" y="2331720"/>
            <a:ext cx="9144000" cy="1828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0" y="2770632"/>
            <a:ext cx="9144000" cy="1828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A T U R E   O F   S Y D N E Y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3657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 Mountains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457200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Bondi Beach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</Words>
  <Application>Microsoft Office PowerPoint</Application>
  <PresentationFormat>画面に合わせる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Georgia</vt:lpstr>
      <vt:lpstr>Trebuchet MS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快 栗原</cp:lastModifiedBy>
  <cp:revision>1</cp:revision>
  <dcterms:created xsi:type="dcterms:W3CDTF">2026-06-09T03:14:23Z</dcterms:created>
  <dcterms:modified xsi:type="dcterms:W3CDTF">2026-06-09T12:53:18Z</dcterms:modified>
</cp:coreProperties>
</file>