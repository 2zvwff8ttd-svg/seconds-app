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5F5735A-36E1-4479-B25C-7C522BD667AF}" v="48" dt="2026-06-09T13:10:27.42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8" d="100"/>
          <a:sy n="98" d="100"/>
        </p:scale>
        <p:origin x="360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10" Type="http://schemas.microsoft.com/office/2015/10/relationships/revisionInfo" Target="revisionInfo.xml"/><Relationship Id="rId4" Type="http://schemas.openxmlformats.org/officeDocument/2006/relationships/notesMaster" Target="notesMasters/notesMaster1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快 栗原" userId="0fecea6f10f73e3c" providerId="LiveId" clId="{96AB04A1-A58D-4AA0-AD4F-A4F3C7479496}"/>
    <pc:docChg chg="undo custSel addSld modSld">
      <pc:chgData name="快 栗原" userId="0fecea6f10f73e3c" providerId="LiveId" clId="{96AB04A1-A58D-4AA0-AD4F-A4F3C7479496}" dt="2026-06-09T13:10:27.421" v="51"/>
      <pc:docMkLst>
        <pc:docMk/>
      </pc:docMkLst>
      <pc:sldChg chg="addSp delSp modSp mod modTransition addAnim delAnim modAnim">
        <pc:chgData name="快 栗原" userId="0fecea6f10f73e3c" providerId="LiveId" clId="{96AB04A1-A58D-4AA0-AD4F-A4F3C7479496}" dt="2026-06-09T13:10:27.421" v="51"/>
        <pc:sldMkLst>
          <pc:docMk/>
          <pc:sldMk cId="0" sldId="256"/>
        </pc:sldMkLst>
        <pc:graphicFrameChg chg="add del modGraphic">
          <ac:chgData name="快 栗原" userId="0fecea6f10f73e3c" providerId="LiveId" clId="{96AB04A1-A58D-4AA0-AD4F-A4F3C7479496}" dt="2026-06-09T13:08:42.367" v="32" actId="27309"/>
          <ac:graphicFrameMkLst>
            <pc:docMk/>
            <pc:sldMk cId="0" sldId="256"/>
            <ac:graphicFrameMk id="18" creationId="{CC793385-331C-024B-D80E-8F274D2EC1D1}"/>
          </ac:graphicFrameMkLst>
        </pc:graphicFrameChg>
      </pc:sldChg>
      <pc:sldChg chg="add setBg addAnim delAnim modAnim">
        <pc:chgData name="快 栗原" userId="0fecea6f10f73e3c" providerId="LiveId" clId="{96AB04A1-A58D-4AA0-AD4F-A4F3C7479496}" dt="2026-06-09T13:09:40.599" v="40"/>
        <pc:sldMkLst>
          <pc:docMk/>
          <pc:sldMk cId="3437351287" sldId="25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20851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789635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08960" y="0"/>
            <a:ext cx="603504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08960" y="0"/>
            <a:ext cx="32004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502920" y="2880360"/>
            <a:ext cx="2514600" cy="169164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548640" y="2926080"/>
            <a:ext cx="2423160" cy="160020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502920" y="50292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500" dirty="0">
                <a:solidFill>
                  <a:srgbClr val="E5C76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U S T R A L I A</a:t>
            </a:r>
            <a:endParaRPr lang="en-US" sz="1100" dirty="0"/>
          </a:p>
        </p:txBody>
      </p:sp>
      <p:sp>
        <p:nvSpPr>
          <p:cNvPr id="7" name="Shape 2"/>
          <p:cNvSpPr/>
          <p:nvPr/>
        </p:nvSpPr>
        <p:spPr>
          <a:xfrm>
            <a:off x="502920" y="868680"/>
            <a:ext cx="822960" cy="22860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411480" y="1051560"/>
            <a:ext cx="5486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600" i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Sydney</a:t>
            </a:r>
            <a:endParaRPr lang="en-US" sz="7600" dirty="0"/>
          </a:p>
        </p:txBody>
      </p:sp>
      <p:sp>
        <p:nvSpPr>
          <p:cNvPr id="9" name="Text 4"/>
          <p:cNvSpPr/>
          <p:nvPr/>
        </p:nvSpPr>
        <p:spPr>
          <a:xfrm>
            <a:off x="530352" y="233172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B8BCC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Harbour City</a:t>
            </a:r>
            <a:endParaRPr lang="en-US" sz="1600" dirty="0"/>
          </a:p>
        </p:txBody>
      </p:sp>
      <p:sp>
        <p:nvSpPr>
          <p:cNvPr id="10" name="Shape 5"/>
          <p:cNvSpPr/>
          <p:nvPr/>
        </p:nvSpPr>
        <p:spPr>
          <a:xfrm>
            <a:off x="5623560" y="2926080"/>
            <a:ext cx="3246120" cy="1874520"/>
          </a:xfrm>
          <a:prstGeom prst="rect">
            <a:avLst/>
          </a:prstGeom>
          <a:solidFill>
            <a:srgbClr val="0A0E15">
              <a:alpha val="75000"/>
            </a:srgbClr>
          </a:solidFill>
          <a:ln w="9525">
            <a:solidFill>
              <a:srgbClr val="C9A24B"/>
            </a:solidFill>
            <a:prstDash val="solid"/>
          </a:ln>
        </p:spPr>
      </p:sp>
      <p:sp>
        <p:nvSpPr>
          <p:cNvPr id="11" name="Text 6"/>
          <p:cNvSpPr/>
          <p:nvPr/>
        </p:nvSpPr>
        <p:spPr>
          <a:xfrm>
            <a:off x="5897880" y="3154680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C7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12" name="Text 7"/>
          <p:cNvSpPr/>
          <p:nvPr/>
        </p:nvSpPr>
        <p:spPr>
          <a:xfrm>
            <a:off x="6583680" y="3209544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Multicultural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5897880" y="3666744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C7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9"/>
          <p:cNvSpPr/>
          <p:nvPr/>
        </p:nvSpPr>
        <p:spPr>
          <a:xfrm>
            <a:off x="6583680" y="3721608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Waterfront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97880" y="4178808"/>
            <a:ext cx="640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E5C7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6583680" y="4233672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Vibrant</a:t>
            </a:r>
            <a:endParaRPr lang="en-US" sz="140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14:pan dir="u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2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2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2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0" y="0"/>
            <a:ext cx="9144000" cy="233172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188720"/>
            <a:ext cx="9144000" cy="1143000"/>
          </a:xfrm>
          <a:prstGeom prst="rect">
            <a:avLst/>
          </a:prstGeom>
        </p:spPr>
      </p:pic>
      <p:pic>
        <p:nvPicPr>
          <p:cNvPr id="4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0" y="2788920"/>
            <a:ext cx="9144000" cy="2354580"/>
          </a:xfrm>
          <a:prstGeom prst="rect">
            <a:avLst/>
          </a:prstGeom>
        </p:spPr>
      </p:pic>
      <p:sp>
        <p:nvSpPr>
          <p:cNvPr id="5" name="Shape 0"/>
          <p:cNvSpPr/>
          <p:nvPr/>
        </p:nvSpPr>
        <p:spPr>
          <a:xfrm>
            <a:off x="0" y="2331720"/>
            <a:ext cx="9144000" cy="457200"/>
          </a:xfrm>
          <a:prstGeom prst="rect">
            <a:avLst/>
          </a:prstGeom>
          <a:solidFill>
            <a:srgbClr val="0A0E15"/>
          </a:solidFill>
          <a:ln w="12700">
            <a:solidFill>
              <a:srgbClr val="0A0E15"/>
            </a:solidFill>
            <a:prstDash val="solid"/>
          </a:ln>
        </p:spPr>
      </p:sp>
      <p:sp>
        <p:nvSpPr>
          <p:cNvPr id="6" name="Shape 1"/>
          <p:cNvSpPr/>
          <p:nvPr/>
        </p:nvSpPr>
        <p:spPr>
          <a:xfrm>
            <a:off x="0" y="2331720"/>
            <a:ext cx="9144000" cy="18288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7" name="Shape 2"/>
          <p:cNvSpPr/>
          <p:nvPr/>
        </p:nvSpPr>
        <p:spPr>
          <a:xfrm>
            <a:off x="0" y="2770632"/>
            <a:ext cx="9144000" cy="18288"/>
          </a:xfrm>
          <a:prstGeom prst="rect">
            <a:avLst/>
          </a:prstGeom>
          <a:solidFill>
            <a:srgbClr val="C9A24B"/>
          </a:solidFill>
          <a:ln w="12700">
            <a:solidFill>
              <a:srgbClr val="C9A24B"/>
            </a:solidFill>
            <a:prstDash val="solid"/>
          </a:ln>
        </p:spPr>
      </p:sp>
      <p:sp>
        <p:nvSpPr>
          <p:cNvPr id="8" name="Text 3"/>
          <p:cNvSpPr/>
          <p:nvPr/>
        </p:nvSpPr>
        <p:spPr>
          <a:xfrm>
            <a:off x="0" y="23317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kern="0" spc="400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 A T U R E   O F   S Y D N E Y</a:t>
            </a:r>
            <a:endParaRPr lang="en-US" sz="1600" dirty="0"/>
          </a:p>
        </p:txBody>
      </p:sp>
      <p:sp>
        <p:nvSpPr>
          <p:cNvPr id="9" name="Text 4"/>
          <p:cNvSpPr/>
          <p:nvPr/>
        </p:nvSpPr>
        <p:spPr>
          <a:xfrm>
            <a:off x="365760" y="1783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Blue Mountains</a:t>
            </a:r>
            <a:endParaRPr lang="en-US" sz="2000" dirty="0"/>
          </a:p>
        </p:txBody>
      </p:sp>
      <p:sp>
        <p:nvSpPr>
          <p:cNvPr id="10" name="Text 5"/>
          <p:cNvSpPr/>
          <p:nvPr/>
        </p:nvSpPr>
        <p:spPr>
          <a:xfrm>
            <a:off x="4572000" y="45720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2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Bondi Beach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4373512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39</Words>
  <Application>Microsoft Office PowerPoint</Application>
  <PresentationFormat>画面に合わせる (16:9)</PresentationFormat>
  <Paragraphs>14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6" baseType="lpstr">
      <vt:lpstr>Arial</vt:lpstr>
      <vt:lpstr>Georgia</vt:lpstr>
      <vt:lpstr>Trebuchet MS</vt:lpstr>
      <vt:lpstr>Office Theme</vt:lpstr>
      <vt:lpstr>PowerPoint プレゼンテーション</vt:lpstr>
      <vt:lpstr>PowerPoint プレゼンテーション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快 栗原</cp:lastModifiedBy>
  <cp:revision>1</cp:revision>
  <dcterms:created xsi:type="dcterms:W3CDTF">2026-06-09T03:12:12Z</dcterms:created>
  <dcterms:modified xsi:type="dcterms:W3CDTF">2026-06-09T13:10:31Z</dcterms:modified>
</cp:coreProperties>
</file>