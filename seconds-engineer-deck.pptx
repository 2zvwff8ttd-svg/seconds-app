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快 栗原" userId="0fecea6f10f73e3c" providerId="LiveId" clId="{96AB04A1-A58D-4AA0-AD4F-A4F3C7479496}"/>
    <pc:docChg chg="undo custSel modSld">
      <pc:chgData name="快 栗原" userId="0fecea6f10f73e3c" providerId="LiveId" clId="{96AB04A1-A58D-4AA0-AD4F-A4F3C7479496}" dt="2026-06-09T13:30:32.633" v="58" actId="1076"/>
      <pc:docMkLst>
        <pc:docMk/>
      </pc:docMkLst>
      <pc:sldChg chg="delSp modSp mod">
        <pc:chgData name="快 栗原" userId="0fecea6f10f73e3c" providerId="LiveId" clId="{96AB04A1-A58D-4AA0-AD4F-A4F3C7479496}" dt="2026-06-09T13:26:49.501" v="45" actId="2711"/>
        <pc:sldMkLst>
          <pc:docMk/>
          <pc:sldMk cId="0" sldId="258"/>
        </pc:sldMkLst>
        <pc:spChg chg="mod">
          <ac:chgData name="快 栗原" userId="0fecea6f10f73e3c" providerId="LiveId" clId="{96AB04A1-A58D-4AA0-AD4F-A4F3C7479496}" dt="2026-06-09T13:23:57.877" v="4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4:11.471" v="6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4:34.377" v="8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4:52.635" v="22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5:08.228" v="24" actId="2711"/>
          <ac:spMkLst>
            <pc:docMk/>
            <pc:sldMk cId="0" sldId="258"/>
            <ac:spMk id="17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5:21.476" v="26" actId="271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6:49.501" v="45" actId="2711"/>
          <ac:spMkLst>
            <pc:docMk/>
            <pc:sldMk cId="0" sldId="258"/>
            <ac:spMk id="23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5:36.113" v="2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6:34.431" v="43" actId="20577"/>
          <ac:spMkLst>
            <pc:docMk/>
            <pc:sldMk cId="0" sldId="258"/>
            <ac:spMk id="26" creationId="{00000000-0000-0000-0000-000000000000}"/>
          </ac:spMkLst>
        </pc:spChg>
        <pc:spChg chg="del mod">
          <ac:chgData name="快 栗原" userId="0fecea6f10f73e3c" providerId="LiveId" clId="{96AB04A1-A58D-4AA0-AD4F-A4F3C7479496}" dt="2026-06-09T13:23:11.333" v="2" actId="478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快 栗原" userId="0fecea6f10f73e3c" providerId="LiveId" clId="{96AB04A1-A58D-4AA0-AD4F-A4F3C7479496}" dt="2026-06-09T13:27:43.352" v="47" actId="20577"/>
        <pc:sldMkLst>
          <pc:docMk/>
          <pc:sldMk cId="0" sldId="261"/>
        </pc:sldMkLst>
        <pc:spChg chg="mod">
          <ac:chgData name="快 栗原" userId="0fecea6f10f73e3c" providerId="LiveId" clId="{96AB04A1-A58D-4AA0-AD4F-A4F3C7479496}" dt="2026-06-09T13:27:43.352" v="47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快 栗原" userId="0fecea6f10f73e3c" providerId="LiveId" clId="{96AB04A1-A58D-4AA0-AD4F-A4F3C7479496}" dt="2026-06-09T13:30:32.633" v="58" actId="1076"/>
        <pc:sldMkLst>
          <pc:docMk/>
          <pc:sldMk cId="0" sldId="262"/>
        </pc:sldMkLst>
        <pc:spChg chg="mod">
          <ac:chgData name="快 栗原" userId="0fecea6f10f73e3c" providerId="LiveId" clId="{96AB04A1-A58D-4AA0-AD4F-A4F3C7479496}" dt="2026-06-09T13:28:45.589" v="5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9:43.381" v="5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8:29.631" v="49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9:54.407" v="54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快 栗原" userId="0fecea6f10f73e3c" providerId="LiveId" clId="{96AB04A1-A58D-4AA0-AD4F-A4F3C7479496}" dt="2026-06-09T13:29:06.864" v="51" actId="107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快 栗原" userId="0fecea6f10f73e3c" providerId="LiveId" clId="{96AB04A1-A58D-4AA0-AD4F-A4F3C7479496}" dt="2026-06-09T13:30:22.381" v="57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快 栗原" userId="0fecea6f10f73e3c" providerId="LiveId" clId="{96AB04A1-A58D-4AA0-AD4F-A4F3C7479496}" dt="2026-06-09T13:30:32.633" v="58" actId="1076"/>
          <ac:spMkLst>
            <pc:docMk/>
            <pc:sldMk cId="0" sldId="262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14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7C5CE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1234440"/>
            <a:ext cx="1645920" cy="1645920"/>
          </a:xfrm>
          <a:prstGeom prst="ellipse">
            <a:avLst/>
          </a:prstGeom>
          <a:solidFill>
            <a:srgbClr val="7C5CE0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?Seconds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毎朝配られる秒数だけ、今日の自分を撮る — 没入型・短尺vlog SNS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8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エンジニア相談用 / プロダクト・技術構成・現状の課題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プロダクト概要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「縦スクロールをやめた」短尺vlog SNS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01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毎朝7時に秒数を配布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ユーザーごとにランダムな撮影秒数（5〜30秒）が割り当てられる。その時間内だけ撮影できる。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874520"/>
            <a:ext cx="548640" cy="54864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1901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翌朝7時に一斉公開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撮った動画は当日は非公開。翌朝7時にみんなの前日分が公開される。即時反応の競争から解放。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4622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シャボン玉UI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縦スクロールのタイムラインを廃止。浮遊する泡をタップして他人の日常を覗く没入型UI。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434840"/>
            <a:ext cx="548640" cy="54864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44622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国別デイリーバイラル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20840" y="5166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国ごとに前日最も見られた動画に王冠を付与。発見性とローカル性を両立。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リーンキャンバス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212848" cy="1627632"/>
          </a:xfrm>
          <a:prstGeom prst="roundRect">
            <a:avLst>
              <a:gd name="adj" fmla="val 4494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" y="116128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課題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508760"/>
            <a:ext cx="1920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盛れる投稿ばかりで日常を出しづらい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縦スクロールで時間を溶かす疲れ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毎日投稿が続かない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212848" cy="1627632"/>
          </a:xfrm>
          <a:prstGeom prst="roundRect">
            <a:avLst>
              <a:gd name="adj" fmla="val 4494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8986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ソリューション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920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毎朝ランダム秒数を配布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翌朝7時に一斉公開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シャボン玉UIで没入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国別バイラル(王冠)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52928" y="1051560"/>
            <a:ext cx="2212848" cy="3364992"/>
          </a:xfrm>
          <a:prstGeom prst="roundRect">
            <a:avLst>
              <a:gd name="adj" fmla="val 3306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16128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独自の価値提案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0" y="1508760"/>
            <a:ext cx="192024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毎朝配られる秒数だけ撮る偶然性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縦スクロールを廃した没入UI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翌朝公開で“今すぐ反応”競争から解放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57216" y="1051560"/>
            <a:ext cx="2212848" cy="1627632"/>
          </a:xfrm>
          <a:prstGeom prst="roundRect">
            <a:avLst>
              <a:gd name="adj" fmla="val 4494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116128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圧倒的優位性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21808" y="1508760"/>
            <a:ext cx="1920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秒数が毎日変わる体験設計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シャボン玉UIの世界観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57216" y="2788920"/>
            <a:ext cx="2212848" cy="1627632"/>
          </a:xfrm>
          <a:prstGeom prst="roundRect">
            <a:avLst>
              <a:gd name="adj" fmla="val 4494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21808" y="28986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主要指標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21808" y="3246120"/>
            <a:ext cx="1920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翌日継続率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投稿率(配布→投稿)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DAU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61504" y="1051560"/>
            <a:ext cx="2212848" cy="3364992"/>
          </a:xfrm>
          <a:prstGeom prst="roundRect">
            <a:avLst>
              <a:gd name="adj" fmla="val 3306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26096" y="116128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顧客セグメント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26096" y="1508760"/>
            <a:ext cx="192024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10〜20代の若年層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作り込みSNSに疲れた層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日記・記録として残したい人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765792" y="1051560"/>
            <a:ext cx="2212848" cy="1627632"/>
          </a:xfrm>
          <a:prstGeom prst="roundRect">
            <a:avLst>
              <a:gd name="adj" fmla="val 4494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30384" y="116128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チャネル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930384" y="1508760"/>
            <a:ext cx="1920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App Store / Google Play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TikTok・Instagramで拡散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身内・友人の口コミ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765792" y="2788920"/>
            <a:ext cx="2212848" cy="1627632"/>
          </a:xfrm>
          <a:prstGeom prst="roundRect">
            <a:avLst>
              <a:gd name="adj" fmla="val 4494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30384" y="28986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収益 / ⑦ コスト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930384" y="3246120"/>
            <a:ext cx="1920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 err="1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無料</a:t>
            </a: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(</a:t>
            </a:r>
            <a:r>
              <a:rPr lang="en-US" sz="1000" dirty="0" err="1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課金なし</a:t>
            </a: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)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将来は広告を検討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8B2C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Arial" pitchFamily="34" charset="-120"/>
              </a:rPr>
              <a:t>コスト: Vercel/Supabase/Gemini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技術スタック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Webアプリを土台に、Capacitorでネイティブ化を進行中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フロントエンド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(TypeScript / App Router) + Tailwind CSS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バックエンド / DB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2128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(PostgreSQL・認証・Storage・Realtime・RLS)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355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ホスティング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8130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(現状Hobby、商用化時にProへ)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1546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566160"/>
            <a:ext cx="502920" cy="50292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3355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定期実行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8130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Edge Function + Cron (毎朝7時の秒数配布・公開処理)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49560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生成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54132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(動画タイトル生成) / BGMはSunoで生成しプリセット配信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7548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5166360"/>
            <a:ext cx="502920" cy="50292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49560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ネイティブ化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54132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(Android構築中 → iOSも同一コードで予定)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アーキテクチャ概要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リモートURL方式: ネイティブの殻でVercel上のNext.jsを表示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F183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84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ユーザー端末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/ iOS アプリ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(Capacitor WebView)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PWA / ブラウザ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2468880"/>
            <a:ext cx="502920" cy="457200"/>
          </a:xfrm>
          <a:prstGeom prst="rightArrow">
            <a:avLst/>
          </a:prstGeom>
          <a:solidFill>
            <a:srgbClr val="7C5CE0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0" y="18288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F183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2084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86200" y="25786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本体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画面・API Routes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自動デプロイ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02920" cy="457200"/>
          </a:xfrm>
          <a:prstGeom prst="rightArrow">
            <a:avLst/>
          </a:prstGeom>
          <a:solidFill>
            <a:srgbClr val="7C5C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18288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F183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2084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25786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認証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Storage(動画)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/ RLS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F183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29800" y="20848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29800" y="257860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(タイトル生成)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91640" y="4160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毎朝7:00 (JST) のバッチ処理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45720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Edge Function + Cron が、全ユーザーへ当日のランダム秒数を配布し、前日分の動画を pending → published に切り替える。新規登録者にはアプリ起動時にその場で当日分を補完生成。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実装済みの主な機能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コア機能・ソーシャル・モデレーションまで一通り実装済み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コア体験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0428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シャボン玉UI(サムネ表示)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カメラ撮影/秒数ゲージ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翌朝公開の自動化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1日1回投稿制限(端末TZの7時基準)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ソーシャル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66560" y="230428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いいね/コメント/フォロー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DM(リクエスト承認制/Realtime)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通知(フォロー・いいね等)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ユーザー/動画検索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14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発見 / 演出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国別デイリーバイラル(王冠)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簡易レコメンド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オープニング演出(?→秒数)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6枚オンボーディング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886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114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 / 運用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通報機能 + 自動非表示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管理者ダッシュボード(/admin)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投稿削除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法的文書(規約/PP/ガイドライン)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相談したい課題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特に技術的に意見が欲しいポイント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457200" cy="45720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動画の通信量・コスト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20370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1本20MB級(Safari撮影)。シャボン玉はサムネ化で削減済みだが、視聴egressとSupabase Storageコストが1000人規模で不安。CDN/圧縮/保持期間の最適解を相談したい。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847088"/>
            <a:ext cx="457200" cy="45720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カメラのビットレート制御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18020" y="220370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Web(特にiOS Safari)では録画ビットレート指定が効かない。Capacitorネイティブのカメラプラグインでどこまで制御できるか。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552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クリップ結合 vs 再生制御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43000" y="371246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複数クリップを1本に結合したいが、FFmpeg.wasmはメモリエラーで断念。現状はダブルバッファ再生で繋ぎ目を解消。サーバー結合(Mux等)を入れるべきか。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090672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3383280"/>
            <a:ext cx="457200" cy="45720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2552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ネイティブ化の進め方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18020" y="377647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Capacitorリモートβ方式でAndroid構築中。通知・カメラのネイティブ化、iOSビルド(Mac制約)、ストア審査(UGC要件)の進め方。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26864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919472"/>
            <a:ext cx="457200" cy="45720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7914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プッシュ通知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43000" y="530214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毎朝7時の通知が体験の核。PWAのiOSは制限あり。ネイティブ通知の設計(Cron→FCM/APNs)をどう組むか。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4626864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7132A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29400" y="4919472"/>
            <a:ext cx="457200" cy="457200"/>
          </a:xfrm>
          <a:prstGeom prst="ellipse">
            <a:avLst/>
          </a:prstGeom>
          <a:solidFill>
            <a:srgbClr val="7C5CE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7914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スケール構成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18020" y="531318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Supabase + Vercelで1000人→さらに上を見据えた時のボトルネックと、現実的な月額の見積り。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463040"/>
            <a:ext cx="1828800" cy="1828800"/>
          </a:xfrm>
          <a:prstGeom prst="ellipse">
            <a:avLst/>
          </a:prstGeom>
          <a:solidFill>
            <a:srgbClr val="7C5CE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16636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意見をもらいたいです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B8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動画コスト / ネイティブ化 / 通知設計 / スケール構成 を中心に、率直なフィードバックを歓迎します。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デモ: https://seconds-app-wheat.vercel.app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554</Words>
  <Application>Microsoft Office PowerPoint</Application>
  <PresentationFormat>ワイド画面</PresentationFormat>
  <Paragraphs>145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?Seconds エンジニア相談資料</dc:title>
  <dc:subject>PptxGenJS Presentation</dc:subject>
  <dc:creator>?Seconds</dc:creator>
  <cp:lastModifiedBy>快 栗原</cp:lastModifiedBy>
  <cp:revision>1</cp:revision>
  <dcterms:created xsi:type="dcterms:W3CDTF">2026-06-09T12:38:35Z</dcterms:created>
  <dcterms:modified xsi:type="dcterms:W3CDTF">2026-06-09T13:30:42Z</dcterms:modified>
</cp:coreProperties>
</file>